
<file path=[Content_Types].xml><?xml version="1.0" encoding="utf-8"?>
<Types xmlns="http://schemas.openxmlformats.org/package/2006/content-types">
  <Default ContentType="application/x-fontdata" Extension="fntdata"/>
  <Default ContentType="application/xml" Extension="xml"/>
  <Default ContentType="image/png" Extension="png"/>
  <Default ContentType="application/vnd.openxmlformats-officedocument.obfuscatedFont" Extension="odttf"/>
  <Default ContentType="application/vnd.openxmlformats-package.relationships+xml" Extension="rels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12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9.xml"/>
  <Override ContentType="application/vnd.openxmlformats-officedocument.presentationml.notesSlide+xml" PartName="/ppt/notesSlides/notesSlide8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11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4.xml"/>
  <Override ContentType="application/vnd.openxmlformats-officedocument.presentationml.notesSlide+xml" PartName="/ppt/notesSlides/notesSlide10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12.xml"/>
  <Override ContentType="application/vnd.openxmlformats-officedocument.presentationml.slide+xml" PartName="/ppt/slides/slide4.xml"/>
  <Override ContentType="application/vnd.openxmlformats-officedocument.presentationml.slide+xml" PartName="/ppt/slides/slide11.xml"/>
  <Override ContentType="application/vnd.openxmlformats-officedocument.presentationml.slide+xml" PartName="/ppt/slides/slide1.xml"/>
  <Override ContentType="application/vnd.openxmlformats-officedocument.presentationml.slide+xml" PartName="/ppt/slides/slide10.xml"/>
  <Override ContentType="application/vnd.openxmlformats-officedocument.presentationml.slide+xml" PartName="/ppt/slides/slide2.xml"/>
  <Override ContentType="application/vnd.openxmlformats-officedocument.presentationml.slide+xml" PartName="/ppt/slides/slide3.xml"/>
  <Override ContentType="application/vnd.openxmlformats-officedocument.presentationml.slide+xml" PartName="/ppt/slides/slide6.xml"/>
  <Override ContentType="application/vnd.openxmlformats-officedocument.presentationml.slide+xml" PartName="/ppt/slides/slide9.xml"/>
  <Override ContentType="application/vnd.openxmlformats-officedocument.presentationml.slide+xml" PartName="/ppt/slides/slide5.xml"/>
  <Override ContentType="application/vnd.openxmlformats-officedocument.presentationml.slide+xml" PartName="/ppt/slides/slide8.xml"/>
  <Override ContentType="application/vnd.openxmlformats-officedocument.presentationml.slide+xml" PartName="/ppt/slides/slide7.xml"/>
  <Override ContentType="application/vnd.openxmlformats-officedocument.presentationml.notesMaster+xml" PartName="/ppt/notesMasters/notesMaster1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  <Override ContentType="application/vnd.openxmlformats-officedocument.presentationml.viewProps+xml" PartName="/ppt/viewProps.xml"/>
</Types>
</file>

<file path=_rels/.rels><?xml version="1.0" encoding="UTF-8" standalone="yes"?>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embedTrueTypeFonts="1" strictFirstAndLastChars="0" saveSubsetFonts="1">
  <p:sldMasterIdLst>
    <p:sldMasterId id="2147483659" r:id="rId4"/>
  </p:sldMasterIdLst>
  <p:notesMasterIdLst>
    <p:notesMasterId r:id="rId5"/>
  </p:notesMasterIdLst>
  <p:sldIdLst>
    <p:sldId id="256" r:id="rId6"/>
    <p:sldId id="257" r:id="rId7"/>
    <p:sldId id="258" r:id="rId8"/>
    <p:sldId id="259" r:id="rId9"/>
    <p:sldId id="260" r:id="rId10"/>
    <p:sldId id="261" r:id="rId11"/>
    <p:sldId id="262" r:id="rId12"/>
    <p:sldId id="263" r:id="rId13"/>
    <p:sldId id="264" r:id="rId14"/>
    <p:sldId id="265" r:id="rId15"/>
    <p:sldId id="266" r:id="rId16"/>
    <p:sldId id="267" r:id="rId17"/>
  </p:sldIdLst>
  <p:sldSz cy="5143500" cx="9144000"/>
  <p:notesSz cx="6858000" cy="9144000"/>
  <p:embeddedFontLst>
    <p:embeddedFont>
      <p:font typeface="PT Sans Narrow"/>
      <p:regular r:id="rId18"/>
      <p:bold r:id="rId19"/>
    </p:embeddedFont>
    <p:embeddedFont>
      <p:font typeface="Open Sans"/>
      <p:regular r:id="rId20"/>
      <p:bold r:id="rId21"/>
      <p:italic r:id="rId22"/>
      <p:boldItalic r:id="rId23"/>
    </p:embeddedFont>
  </p:embeddedFontLst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>
        <p15:guide id="1" orient="horz" pos="1620">
          <p15:clr>
            <a:srgbClr val="747775"/>
          </p15:clr>
        </p15:guide>
        <p15:guide id="2" pos="2880">
          <p15:clr>
            <a:srgbClr val="747775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viewProps.xml><?xml version="1.0" encoding="utf-8"?>
<p:view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Comments="0">
  <p:slideViewPr>
    <p:cSldViewPr snapToGrid="0">
      <p:cViewPr varScale="1">
        <p:scale>
          <a:sx n="100" d="100"/>
          <a:sy n="100" d="100"/>
        </p:scale>
        <p:origin x="0" y="0"/>
      </p:cViewPr>
      <p:guideLst>
        <p:guide pos="1620" orient="horz"/>
        <p:guide pos="2880"/>
      </p:guideLst>
    </p:cSldViewPr>
  </p:slideViewPr>
</p:viewPr>
</file>

<file path=ppt/_rels/presentation.xml.rels><?xml version="1.0" encoding="UTF-8" standalone="yes"?><Relationships xmlns="http://schemas.openxmlformats.org/package/2006/relationships"><Relationship Id="rId20" Type="http://schemas.openxmlformats.org/officeDocument/2006/relationships/font" Target="fonts/OpenSans-regular.fntdata"/><Relationship Id="rId11" Type="http://schemas.openxmlformats.org/officeDocument/2006/relationships/slide" Target="slides/slide6.xml"/><Relationship Id="rId22" Type="http://schemas.openxmlformats.org/officeDocument/2006/relationships/font" Target="fonts/OpenSans-italic.fntdata"/><Relationship Id="rId10" Type="http://schemas.openxmlformats.org/officeDocument/2006/relationships/slide" Target="slides/slide5.xml"/><Relationship Id="rId21" Type="http://schemas.openxmlformats.org/officeDocument/2006/relationships/font" Target="fonts/OpenSans-bold.fntdata"/><Relationship Id="rId13" Type="http://schemas.openxmlformats.org/officeDocument/2006/relationships/slide" Target="slides/slide8.xml"/><Relationship Id="rId12" Type="http://schemas.openxmlformats.org/officeDocument/2006/relationships/slide" Target="slides/slide7.xml"/><Relationship Id="rId23" Type="http://schemas.openxmlformats.org/officeDocument/2006/relationships/font" Target="fonts/OpenSans-boldItalic.fntdata"/><Relationship Id="rId1" Type="http://schemas.openxmlformats.org/officeDocument/2006/relationships/theme" Target="theme/theme2.xml"/><Relationship Id="rId2" Type="http://schemas.openxmlformats.org/officeDocument/2006/relationships/viewProps" Target="viewProps.xml"/><Relationship Id="rId3" Type="http://schemas.openxmlformats.org/officeDocument/2006/relationships/presProps" Target="presProps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4.xml"/><Relationship Id="rId15" Type="http://schemas.openxmlformats.org/officeDocument/2006/relationships/slide" Target="slides/slide10.xml"/><Relationship Id="rId14" Type="http://schemas.openxmlformats.org/officeDocument/2006/relationships/slide" Target="slides/slide9.xml"/><Relationship Id="rId17" Type="http://schemas.openxmlformats.org/officeDocument/2006/relationships/slide" Target="slides/slide12.xml"/><Relationship Id="rId16" Type="http://schemas.openxmlformats.org/officeDocument/2006/relationships/slide" Target="slides/slide11.xml"/><Relationship Id="rId5" Type="http://schemas.openxmlformats.org/officeDocument/2006/relationships/notesMaster" Target="notesMasters/notesMaster1.xml"/><Relationship Id="rId19" Type="http://schemas.openxmlformats.org/officeDocument/2006/relationships/font" Target="fonts/PTSansNarrow-bold.fntdata"/><Relationship Id="rId6" Type="http://schemas.openxmlformats.org/officeDocument/2006/relationships/slide" Target="slides/slide1.xml"/><Relationship Id="rId18" Type="http://schemas.openxmlformats.org/officeDocument/2006/relationships/font" Target="fonts/PTSansNarrow-regular.fntdata"/><Relationship Id="rId7" Type="http://schemas.openxmlformats.org/officeDocument/2006/relationships/slide" Target="slides/slide2.xml"/><Relationship Id="rId8" Type="http://schemas.openxmlformats.org/officeDocument/2006/relationships/slide" Target="slides/slide3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1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98450" lvl="0" marL="4572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2" name="Shape 6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3" name="Google Shape;63;p:notes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64" name="Google Shape;64;p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8" name="Shape 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9" name="Google Shape;69;g3a7170d0d55_0_658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70" name="Google Shape;70;g3a7170d0d55_0_65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4" name="Shape 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" name="Google Shape;75;g3a7170d0d55_0_665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76" name="Google Shape;76;g3a7170d0d55_0_66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0" name="Shape 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" name="Google Shape;81;g3a7170d0d55_0_1317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82" name="Google Shape;82;g3a7170d0d55_0_131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6" name="Shape 8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7" name="Google Shape;87;g3a7170d0d55_0_1331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88" name="Google Shape;88;g3a7170d0d55_0_133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2" name="Shape 9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3" name="Google Shape;93;g3a7170d0d55_0_1338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94" name="Google Shape;94;g3a7170d0d55_0_133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9" name="Shape 9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0" name="Google Shape;100;g3a7170d0d55_0_1351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01" name="Google Shape;101;g3a7170d0d55_0_135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05" name="Shape 10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6" name="Google Shape;106;g3a7170d0d55_0_1358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07" name="Google Shape;107;g3a7170d0d55_0_135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1" name="Shape 1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2" name="Google Shape;112;g3a7170d0d55_0_1366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13" name="Google Shape;113;g3a7170d0d55_0_136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8" name="Shape 11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9" name="Google Shape;119;g3a7170d0d55_0_1374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20" name="Google Shape;120;g3a7170d0d55_0_137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25" name="Shape 1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6" name="Google Shape;126;g3a7170d0d55_0_1388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27" name="Google Shape;127;g3a7170d0d55_0_138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31" name="Shape 13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2" name="Google Shape;132;g3a7170d0d55_0_1395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33" name="Google Shape;133;g3a7170d0d55_0_139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spTree>
      <p:nvGrpSpPr>
        <p:cNvPr id="9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10" name="Google Shape;10;p2"/>
          <p:cNvCxnSpPr/>
          <p:nvPr/>
        </p:nvCxnSpPr>
        <p:spPr>
          <a:xfrm>
            <a:off x="7007735" y="3176888"/>
            <a:ext cx="562200" cy="0"/>
          </a:xfrm>
          <a:prstGeom prst="straightConnector1">
            <a:avLst/>
          </a:prstGeom>
          <a:noFill/>
          <a:ln cap="flat" cmpd="sng" w="76200">
            <a:solidFill>
              <a:schemeClr val="lt2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11" name="Google Shape;11;p2"/>
          <p:cNvCxnSpPr/>
          <p:nvPr/>
        </p:nvCxnSpPr>
        <p:spPr>
          <a:xfrm>
            <a:off x="1575035" y="3158252"/>
            <a:ext cx="562200" cy="0"/>
          </a:xfrm>
          <a:prstGeom prst="straightConnector1">
            <a:avLst/>
          </a:prstGeom>
          <a:noFill/>
          <a:ln cap="flat" cmpd="sng" w="76200">
            <a:solidFill>
              <a:schemeClr val="lt2"/>
            </a:solidFill>
            <a:prstDash val="solid"/>
            <a:round/>
            <a:headEnd len="sm" w="sm" type="none"/>
            <a:tailEnd len="sm" w="sm" type="none"/>
          </a:ln>
        </p:spPr>
      </p:cxnSp>
      <p:grpSp>
        <p:nvGrpSpPr>
          <p:cNvPr id="12" name="Google Shape;12;p2"/>
          <p:cNvGrpSpPr/>
          <p:nvPr/>
        </p:nvGrpSpPr>
        <p:grpSpPr>
          <a:xfrm>
            <a:off x="1004144" y="1022025"/>
            <a:ext cx="7136668" cy="152400"/>
            <a:chOff x="1346429" y="1011300"/>
            <a:chExt cx="6452100" cy="152400"/>
          </a:xfrm>
        </p:grpSpPr>
        <p:cxnSp>
          <p:nvCxnSpPr>
            <p:cNvPr id="13" name="Google Shape;13;p2"/>
            <p:cNvCxnSpPr/>
            <p:nvPr/>
          </p:nvCxnSpPr>
          <p:spPr>
            <a:xfrm rot="10800000">
              <a:off x="1346429" y="1011300"/>
              <a:ext cx="6452100" cy="0"/>
            </a:xfrm>
            <a:prstGeom prst="straightConnector1">
              <a:avLst/>
            </a:prstGeom>
            <a:noFill/>
            <a:ln cap="flat" cmpd="sng" w="76200">
              <a:solidFill>
                <a:schemeClr val="accent3"/>
              </a:solidFill>
              <a:prstDash val="solid"/>
              <a:round/>
              <a:headEnd len="sm" w="sm" type="none"/>
              <a:tailEnd len="sm" w="sm" type="none"/>
            </a:ln>
          </p:spPr>
        </p:cxnSp>
        <p:cxnSp>
          <p:nvCxnSpPr>
            <p:cNvPr id="14" name="Google Shape;14;p2"/>
            <p:cNvCxnSpPr/>
            <p:nvPr/>
          </p:nvCxnSpPr>
          <p:spPr>
            <a:xfrm rot="10800000">
              <a:off x="1346429" y="1163700"/>
              <a:ext cx="6452100" cy="0"/>
            </a:xfrm>
            <a:prstGeom prst="straightConnector1">
              <a:avLst/>
            </a:prstGeom>
            <a:noFill/>
            <a:ln cap="flat" cmpd="sng" w="9525">
              <a:solidFill>
                <a:schemeClr val="accent3"/>
              </a:solidFill>
              <a:prstDash val="solid"/>
              <a:round/>
              <a:headEnd len="sm" w="sm" type="none"/>
              <a:tailEnd len="sm" w="sm" type="none"/>
            </a:ln>
          </p:spPr>
        </p:cxnSp>
      </p:grpSp>
      <p:grpSp>
        <p:nvGrpSpPr>
          <p:cNvPr id="15" name="Google Shape;15;p2"/>
          <p:cNvGrpSpPr/>
          <p:nvPr/>
        </p:nvGrpSpPr>
        <p:grpSpPr>
          <a:xfrm>
            <a:off x="1004151" y="3969100"/>
            <a:ext cx="7136668" cy="152400"/>
            <a:chOff x="1346435" y="3969088"/>
            <a:chExt cx="6452100" cy="152400"/>
          </a:xfrm>
        </p:grpSpPr>
        <p:cxnSp>
          <p:nvCxnSpPr>
            <p:cNvPr id="16" name="Google Shape;16;p2"/>
            <p:cNvCxnSpPr/>
            <p:nvPr/>
          </p:nvCxnSpPr>
          <p:spPr>
            <a:xfrm>
              <a:off x="1346435" y="4121488"/>
              <a:ext cx="6452100" cy="0"/>
            </a:xfrm>
            <a:prstGeom prst="straightConnector1">
              <a:avLst/>
            </a:prstGeom>
            <a:noFill/>
            <a:ln cap="flat" cmpd="sng" w="76200">
              <a:solidFill>
                <a:schemeClr val="accent3"/>
              </a:solidFill>
              <a:prstDash val="solid"/>
              <a:round/>
              <a:headEnd len="sm" w="sm" type="none"/>
              <a:tailEnd len="sm" w="sm" type="none"/>
            </a:ln>
          </p:spPr>
        </p:cxnSp>
        <p:cxnSp>
          <p:nvCxnSpPr>
            <p:cNvPr id="17" name="Google Shape;17;p2"/>
            <p:cNvCxnSpPr/>
            <p:nvPr/>
          </p:nvCxnSpPr>
          <p:spPr>
            <a:xfrm>
              <a:off x="1346435" y="3969088"/>
              <a:ext cx="6452100" cy="0"/>
            </a:xfrm>
            <a:prstGeom prst="straightConnector1">
              <a:avLst/>
            </a:prstGeom>
            <a:noFill/>
            <a:ln cap="flat" cmpd="sng" w="9525">
              <a:solidFill>
                <a:schemeClr val="accent3"/>
              </a:solidFill>
              <a:prstDash val="solid"/>
              <a:round/>
              <a:headEnd len="sm" w="sm" type="none"/>
              <a:tailEnd len="sm" w="sm" type="none"/>
            </a:ln>
          </p:spPr>
        </p:cxnSp>
      </p:grpSp>
      <p:sp>
        <p:nvSpPr>
          <p:cNvPr id="18" name="Google Shape;18;p2"/>
          <p:cNvSpPr txBox="1"/>
          <p:nvPr>
            <p:ph type="ctrTitle"/>
          </p:nvPr>
        </p:nvSpPr>
        <p:spPr>
          <a:xfrm>
            <a:off x="1004150" y="1751764"/>
            <a:ext cx="7136700" cy="10224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5400"/>
              <a:buNone/>
              <a:defRPr sz="5400"/>
            </a:lvl1pPr>
            <a:lvl2pPr lvl="1" algn="ctr">
              <a:spcBef>
                <a:spcPts val="0"/>
              </a:spcBef>
              <a:spcAft>
                <a:spcPts val="0"/>
              </a:spcAft>
              <a:buSzPts val="5400"/>
              <a:buNone/>
              <a:defRPr sz="5400"/>
            </a:lvl2pPr>
            <a:lvl3pPr lvl="2" algn="ctr">
              <a:spcBef>
                <a:spcPts val="0"/>
              </a:spcBef>
              <a:spcAft>
                <a:spcPts val="0"/>
              </a:spcAft>
              <a:buSzPts val="5400"/>
              <a:buNone/>
              <a:defRPr sz="5400"/>
            </a:lvl3pPr>
            <a:lvl4pPr lvl="3" algn="ctr">
              <a:spcBef>
                <a:spcPts val="0"/>
              </a:spcBef>
              <a:spcAft>
                <a:spcPts val="0"/>
              </a:spcAft>
              <a:buSzPts val="5400"/>
              <a:buNone/>
              <a:defRPr sz="5400"/>
            </a:lvl4pPr>
            <a:lvl5pPr lvl="4" algn="ctr">
              <a:spcBef>
                <a:spcPts val="0"/>
              </a:spcBef>
              <a:spcAft>
                <a:spcPts val="0"/>
              </a:spcAft>
              <a:buSzPts val="5400"/>
              <a:buNone/>
              <a:defRPr sz="5400"/>
            </a:lvl5pPr>
            <a:lvl6pPr lvl="5" algn="ctr">
              <a:spcBef>
                <a:spcPts val="0"/>
              </a:spcBef>
              <a:spcAft>
                <a:spcPts val="0"/>
              </a:spcAft>
              <a:buSzPts val="5400"/>
              <a:buNone/>
              <a:defRPr sz="5400"/>
            </a:lvl6pPr>
            <a:lvl7pPr lvl="6" algn="ctr">
              <a:spcBef>
                <a:spcPts val="0"/>
              </a:spcBef>
              <a:spcAft>
                <a:spcPts val="0"/>
              </a:spcAft>
              <a:buSzPts val="5400"/>
              <a:buNone/>
              <a:defRPr sz="5400"/>
            </a:lvl7pPr>
            <a:lvl8pPr lvl="7" algn="ctr">
              <a:spcBef>
                <a:spcPts val="0"/>
              </a:spcBef>
              <a:spcAft>
                <a:spcPts val="0"/>
              </a:spcAft>
              <a:buSzPts val="5400"/>
              <a:buNone/>
              <a:defRPr sz="5400"/>
            </a:lvl8pPr>
            <a:lvl9pPr lvl="8" algn="ctr">
              <a:spcBef>
                <a:spcPts val="0"/>
              </a:spcBef>
              <a:spcAft>
                <a:spcPts val="0"/>
              </a:spcAft>
              <a:buSzPts val="5400"/>
              <a:buNone/>
              <a:defRPr sz="5400"/>
            </a:lvl9pPr>
          </a:lstStyle>
          <a:p/>
        </p:txBody>
      </p:sp>
      <p:sp>
        <p:nvSpPr>
          <p:cNvPr id="19" name="Google Shape;19;p2"/>
          <p:cNvSpPr txBox="1"/>
          <p:nvPr>
            <p:ph idx="1" type="subTitle"/>
          </p:nvPr>
        </p:nvSpPr>
        <p:spPr>
          <a:xfrm>
            <a:off x="2137225" y="2850039"/>
            <a:ext cx="4870500" cy="792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/>
        </p:txBody>
      </p:sp>
      <p:sp>
        <p:nvSpPr>
          <p:cNvPr id="20" name="Google Shape;20;p2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type="secHead">
  <p:cSld name="SECTION_HEADER">
    <p:spTree>
      <p:nvGrpSpPr>
        <p:cNvPr id="21" name="Shape 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" name="Google Shape;22;p3"/>
          <p:cNvSpPr/>
          <p:nvPr/>
        </p:nvSpPr>
        <p:spPr>
          <a:xfrm>
            <a:off x="-50" y="2571900"/>
            <a:ext cx="9144000" cy="2571600"/>
          </a:xfrm>
          <a:prstGeom prst="rect">
            <a:avLst/>
          </a:prstGeom>
          <a:solidFill>
            <a:schemeClr val="accent3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3" name="Google Shape;23;p3"/>
          <p:cNvSpPr txBox="1"/>
          <p:nvPr>
            <p:ph type="title"/>
          </p:nvPr>
        </p:nvSpPr>
        <p:spPr>
          <a:xfrm>
            <a:off x="311700" y="814800"/>
            <a:ext cx="8571300" cy="9420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3600"/>
              <a:buNone/>
              <a:defRPr/>
            </a:lvl1pPr>
            <a:lvl2pPr lvl="1" algn="ctr">
              <a:spcBef>
                <a:spcPts val="0"/>
              </a:spcBef>
              <a:spcAft>
                <a:spcPts val="0"/>
              </a:spcAft>
              <a:buSzPts val="3600"/>
              <a:buNone/>
              <a:defRPr/>
            </a:lvl2pPr>
            <a:lvl3pPr lvl="2" algn="ctr">
              <a:spcBef>
                <a:spcPts val="0"/>
              </a:spcBef>
              <a:spcAft>
                <a:spcPts val="0"/>
              </a:spcAft>
              <a:buSzPts val="3600"/>
              <a:buNone/>
              <a:defRPr/>
            </a:lvl3pPr>
            <a:lvl4pPr lvl="3" algn="ctr">
              <a:spcBef>
                <a:spcPts val="0"/>
              </a:spcBef>
              <a:spcAft>
                <a:spcPts val="0"/>
              </a:spcAft>
              <a:buSzPts val="3600"/>
              <a:buNone/>
              <a:defRPr/>
            </a:lvl4pPr>
            <a:lvl5pPr lvl="4" algn="ctr">
              <a:spcBef>
                <a:spcPts val="0"/>
              </a:spcBef>
              <a:spcAft>
                <a:spcPts val="0"/>
              </a:spcAft>
              <a:buSzPts val="3600"/>
              <a:buNone/>
              <a:defRPr/>
            </a:lvl5pPr>
            <a:lvl6pPr lvl="5" algn="ctr">
              <a:spcBef>
                <a:spcPts val="0"/>
              </a:spcBef>
              <a:spcAft>
                <a:spcPts val="0"/>
              </a:spcAft>
              <a:buSzPts val="3600"/>
              <a:buNone/>
              <a:defRPr/>
            </a:lvl6pPr>
            <a:lvl7pPr lvl="6" algn="ctr">
              <a:spcBef>
                <a:spcPts val="0"/>
              </a:spcBef>
              <a:spcAft>
                <a:spcPts val="0"/>
              </a:spcAft>
              <a:buSzPts val="3600"/>
              <a:buNone/>
              <a:defRPr/>
            </a:lvl7pPr>
            <a:lvl8pPr lvl="7" algn="ctr">
              <a:spcBef>
                <a:spcPts val="0"/>
              </a:spcBef>
              <a:spcAft>
                <a:spcPts val="0"/>
              </a:spcAft>
              <a:buSzPts val="3600"/>
              <a:buNone/>
              <a:defRPr/>
            </a:lvl8pPr>
            <a:lvl9pPr lvl="8" algn="ctr">
              <a:spcBef>
                <a:spcPts val="0"/>
              </a:spcBef>
              <a:spcAft>
                <a:spcPts val="0"/>
              </a:spcAft>
              <a:buSzPts val="3600"/>
              <a:buNone/>
              <a:defRPr/>
            </a:lvl9pPr>
          </a:lstStyle>
          <a:p/>
        </p:txBody>
      </p:sp>
      <p:sp>
        <p:nvSpPr>
          <p:cNvPr id="24" name="Google Shape;24;p3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>
                <a:solidFill>
                  <a:schemeClr val="lt1"/>
                </a:solidFill>
              </a:defRPr>
            </a:lvl1pPr>
            <a:lvl2pPr lvl="1">
              <a:buNone/>
              <a:defRPr>
                <a:solidFill>
                  <a:schemeClr val="lt1"/>
                </a:solidFill>
              </a:defRPr>
            </a:lvl2pPr>
            <a:lvl3pPr lvl="2">
              <a:buNone/>
              <a:defRPr>
                <a:solidFill>
                  <a:schemeClr val="lt1"/>
                </a:solidFill>
              </a:defRPr>
            </a:lvl3pPr>
            <a:lvl4pPr lvl="3">
              <a:buNone/>
              <a:defRPr>
                <a:solidFill>
                  <a:schemeClr val="lt1"/>
                </a:solidFill>
              </a:defRPr>
            </a:lvl4pPr>
            <a:lvl5pPr lvl="4">
              <a:buNone/>
              <a:defRPr>
                <a:solidFill>
                  <a:schemeClr val="lt1"/>
                </a:solidFill>
              </a:defRPr>
            </a:lvl5pPr>
            <a:lvl6pPr lvl="5">
              <a:buNone/>
              <a:defRPr>
                <a:solidFill>
                  <a:schemeClr val="lt1"/>
                </a:solidFill>
              </a:defRPr>
            </a:lvl6pPr>
            <a:lvl7pPr lvl="6">
              <a:buNone/>
              <a:defRPr>
                <a:solidFill>
                  <a:schemeClr val="lt1"/>
                </a:solidFill>
              </a:defRPr>
            </a:lvl7pPr>
            <a:lvl8pPr lvl="7">
              <a:buNone/>
              <a:defRPr>
                <a:solidFill>
                  <a:schemeClr val="lt1"/>
                </a:solidFill>
              </a:defRPr>
            </a:lvl8pPr>
            <a:lvl9pPr lvl="8">
              <a:buNone/>
              <a:defRPr>
                <a:solidFill>
                  <a:schemeClr val="lt1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body" type="tx">
  <p:cSld name="TITLE_AND_BODY">
    <p:spTree>
      <p:nvGrpSpPr>
        <p:cNvPr id="25" name="Shape 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Google Shape;26;p4"/>
          <p:cNvSpPr/>
          <p:nvPr/>
        </p:nvSpPr>
        <p:spPr>
          <a:xfrm>
            <a:off x="-75" y="5045700"/>
            <a:ext cx="9144000" cy="97800"/>
          </a:xfrm>
          <a:prstGeom prst="rect">
            <a:avLst/>
          </a:prstGeom>
          <a:solidFill>
            <a:schemeClr val="accent3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7" name="Google Shape;27;p4"/>
          <p:cNvSpPr txBox="1"/>
          <p:nvPr>
            <p:ph type="title"/>
          </p:nvPr>
        </p:nvSpPr>
        <p:spPr>
          <a:xfrm>
            <a:off x="311700" y="445025"/>
            <a:ext cx="8520600" cy="707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36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36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36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36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36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36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36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36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3600"/>
              <a:buNone/>
              <a:defRPr/>
            </a:lvl9pPr>
          </a:lstStyle>
          <a:p/>
        </p:txBody>
      </p:sp>
      <p:sp>
        <p:nvSpPr>
          <p:cNvPr id="28" name="Google Shape;28;p4"/>
          <p:cNvSpPr txBox="1"/>
          <p:nvPr>
            <p:ph idx="1" type="body"/>
          </p:nvPr>
        </p:nvSpPr>
        <p:spPr>
          <a:xfrm>
            <a:off x="311700" y="1266325"/>
            <a:ext cx="8520600" cy="330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29" name="Google Shape;29;p4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two columns" type="twoColTx">
  <p:cSld name="TITLE_AND_TWO_COLUMNS">
    <p:spTree>
      <p:nvGrpSpPr>
        <p:cNvPr id="30" name="Shape 3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" name="Google Shape;31;p5"/>
          <p:cNvSpPr txBox="1"/>
          <p:nvPr>
            <p:ph type="title"/>
          </p:nvPr>
        </p:nvSpPr>
        <p:spPr>
          <a:xfrm>
            <a:off x="311700" y="445025"/>
            <a:ext cx="8520600" cy="707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36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36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36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36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36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36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36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36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3600"/>
              <a:buNone/>
              <a:defRPr/>
            </a:lvl9pPr>
          </a:lstStyle>
          <a:p/>
        </p:txBody>
      </p:sp>
      <p:sp>
        <p:nvSpPr>
          <p:cNvPr id="32" name="Google Shape;32;p5"/>
          <p:cNvSpPr txBox="1"/>
          <p:nvPr>
            <p:ph idx="1" type="body"/>
          </p:nvPr>
        </p:nvSpPr>
        <p:spPr>
          <a:xfrm>
            <a:off x="311700" y="1266175"/>
            <a:ext cx="3999900" cy="330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33" name="Google Shape;33;p5"/>
          <p:cNvSpPr txBox="1"/>
          <p:nvPr>
            <p:ph idx="2" type="body"/>
          </p:nvPr>
        </p:nvSpPr>
        <p:spPr>
          <a:xfrm>
            <a:off x="4832400" y="1266175"/>
            <a:ext cx="3999900" cy="330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34" name="Google Shape;34;p5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35" name="Shape 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" name="Google Shape;36;p6"/>
          <p:cNvSpPr txBox="1"/>
          <p:nvPr>
            <p:ph type="title"/>
          </p:nvPr>
        </p:nvSpPr>
        <p:spPr>
          <a:xfrm>
            <a:off x="311700" y="445025"/>
            <a:ext cx="8520600" cy="707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36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36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36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36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36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36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36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36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3600"/>
              <a:buNone/>
              <a:defRPr/>
            </a:lvl9pPr>
          </a:lstStyle>
          <a:p/>
        </p:txBody>
      </p:sp>
      <p:sp>
        <p:nvSpPr>
          <p:cNvPr id="37" name="Google Shape;37;p6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One column text">
  <p:cSld name="ONE_COLUMN_TEXT">
    <p:spTree>
      <p:nvGrpSpPr>
        <p:cNvPr id="38" name="Shape 3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" name="Google Shape;39;p7"/>
          <p:cNvSpPr txBox="1"/>
          <p:nvPr>
            <p:ph type="title"/>
          </p:nvPr>
        </p:nvSpPr>
        <p:spPr>
          <a:xfrm>
            <a:off x="311700" y="555600"/>
            <a:ext cx="2808000" cy="7557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1pPr>
            <a:lvl2pPr lvl="1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/>
        </p:txBody>
      </p:sp>
      <p:sp>
        <p:nvSpPr>
          <p:cNvPr id="40" name="Google Shape;40;p7"/>
          <p:cNvSpPr txBox="1"/>
          <p:nvPr>
            <p:ph idx="1" type="body"/>
          </p:nvPr>
        </p:nvSpPr>
        <p:spPr>
          <a:xfrm>
            <a:off x="311700" y="1389600"/>
            <a:ext cx="2808000" cy="3179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04800" lvl="0" marL="4572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41" name="Google Shape;41;p7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Main point">
  <p:cSld name="MAIN_POINT">
    <p:bg>
      <p:bgPr>
        <a:solidFill>
          <a:schemeClr val="accent6"/>
        </a:solidFill>
      </p:bgPr>
    </p:bg>
    <p:spTree>
      <p:nvGrpSpPr>
        <p:cNvPr id="42" name="Shape 4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" name="Google Shape;43;p8"/>
          <p:cNvSpPr txBox="1"/>
          <p:nvPr>
            <p:ph type="title"/>
          </p:nvPr>
        </p:nvSpPr>
        <p:spPr>
          <a:xfrm>
            <a:off x="490250" y="526350"/>
            <a:ext cx="5613600" cy="4090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5400"/>
              <a:buNone/>
              <a:defRPr b="0" sz="5400">
                <a:solidFill>
                  <a:schemeClr val="dk2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5400"/>
              <a:buNone/>
              <a:defRPr b="0" sz="5400">
                <a:solidFill>
                  <a:schemeClr val="dk2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5400"/>
              <a:buNone/>
              <a:defRPr b="0" sz="5400">
                <a:solidFill>
                  <a:schemeClr val="dk2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5400"/>
              <a:buNone/>
              <a:defRPr b="0" sz="5400">
                <a:solidFill>
                  <a:schemeClr val="dk2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5400"/>
              <a:buNone/>
              <a:defRPr b="0" sz="5400">
                <a:solidFill>
                  <a:schemeClr val="dk2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5400"/>
              <a:buNone/>
              <a:defRPr b="0" sz="5400">
                <a:solidFill>
                  <a:schemeClr val="dk2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5400"/>
              <a:buNone/>
              <a:defRPr b="0" sz="5400">
                <a:solidFill>
                  <a:schemeClr val="dk2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5400"/>
              <a:buNone/>
              <a:defRPr b="0" sz="5400">
                <a:solidFill>
                  <a:schemeClr val="dk2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5400"/>
              <a:buNone/>
              <a:defRPr b="0" sz="5400">
                <a:solidFill>
                  <a:schemeClr val="dk2"/>
                </a:solidFill>
              </a:defRPr>
            </a:lvl9pPr>
          </a:lstStyle>
          <a:p/>
        </p:txBody>
      </p:sp>
      <p:sp>
        <p:nvSpPr>
          <p:cNvPr id="44" name="Google Shape;44;p8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title and description">
  <p:cSld name="SECTION_TITLE_AND_DESCRIPTION">
    <p:spTree>
      <p:nvGrpSpPr>
        <p:cNvPr id="45" name="Shape 4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" name="Google Shape;46;p9"/>
          <p:cNvSpPr/>
          <p:nvPr/>
        </p:nvSpPr>
        <p:spPr>
          <a:xfrm>
            <a:off x="4572000" y="0"/>
            <a:ext cx="4572000" cy="5143500"/>
          </a:xfrm>
          <a:prstGeom prst="rect">
            <a:avLst/>
          </a:prstGeom>
          <a:solidFill>
            <a:schemeClr val="accent3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cxnSp>
        <p:nvCxnSpPr>
          <p:cNvPr id="47" name="Google Shape;47;p9"/>
          <p:cNvCxnSpPr/>
          <p:nvPr/>
        </p:nvCxnSpPr>
        <p:spPr>
          <a:xfrm>
            <a:off x="5029675" y="4495500"/>
            <a:ext cx="468300" cy="0"/>
          </a:xfrm>
          <a:prstGeom prst="straightConnector1">
            <a:avLst/>
          </a:prstGeom>
          <a:noFill/>
          <a:ln cap="flat" cmpd="sng" w="19050">
            <a:solidFill>
              <a:schemeClr val="lt1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48" name="Google Shape;48;p9"/>
          <p:cNvSpPr txBox="1"/>
          <p:nvPr>
            <p:ph type="title"/>
          </p:nvPr>
        </p:nvSpPr>
        <p:spPr>
          <a:xfrm>
            <a:off x="265500" y="1039675"/>
            <a:ext cx="4045200" cy="16758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1pPr>
            <a:lvl2pPr lvl="1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2pPr>
            <a:lvl3pPr lvl="2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3pPr>
            <a:lvl4pPr lvl="3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4pPr>
            <a:lvl5pPr lvl="4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5pPr>
            <a:lvl6pPr lvl="5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6pPr>
            <a:lvl7pPr lvl="6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7pPr>
            <a:lvl8pPr lvl="7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8pPr>
            <a:lvl9pPr lvl="8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9pPr>
          </a:lstStyle>
          <a:p/>
        </p:txBody>
      </p:sp>
      <p:sp>
        <p:nvSpPr>
          <p:cNvPr id="49" name="Google Shape;49;p9"/>
          <p:cNvSpPr txBox="1"/>
          <p:nvPr>
            <p:ph idx="1" type="subTitle"/>
          </p:nvPr>
        </p:nvSpPr>
        <p:spPr>
          <a:xfrm>
            <a:off x="265500" y="2726875"/>
            <a:ext cx="4045200" cy="1235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9pPr>
          </a:lstStyle>
          <a:p/>
        </p:txBody>
      </p:sp>
      <p:sp>
        <p:nvSpPr>
          <p:cNvPr id="50" name="Google Shape;50;p9"/>
          <p:cNvSpPr txBox="1"/>
          <p:nvPr>
            <p:ph idx="2" type="body"/>
          </p:nvPr>
        </p:nvSpPr>
        <p:spPr>
          <a:xfrm>
            <a:off x="4939500" y="724200"/>
            <a:ext cx="3837000" cy="3695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Char char="●"/>
              <a:defRPr>
                <a:solidFill>
                  <a:schemeClr val="lt1"/>
                </a:solidFill>
              </a:defRPr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Char char="○"/>
              <a:defRPr>
                <a:solidFill>
                  <a:schemeClr val="lt1"/>
                </a:solidFill>
              </a:defRPr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Char char="■"/>
              <a:defRPr>
                <a:solidFill>
                  <a:schemeClr val="lt1"/>
                </a:solidFill>
              </a:defRPr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Char char="●"/>
              <a:defRPr>
                <a:solidFill>
                  <a:schemeClr val="lt1"/>
                </a:solidFill>
              </a:defRPr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Char char="○"/>
              <a:defRPr>
                <a:solidFill>
                  <a:schemeClr val="lt1"/>
                </a:solidFill>
              </a:defRPr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Char char="■"/>
              <a:defRPr>
                <a:solidFill>
                  <a:schemeClr val="lt1"/>
                </a:solidFill>
              </a:defRPr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Char char="●"/>
              <a:defRPr>
                <a:solidFill>
                  <a:schemeClr val="lt1"/>
                </a:solidFill>
              </a:defRPr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Char char="○"/>
              <a:defRPr>
                <a:solidFill>
                  <a:schemeClr val="lt1"/>
                </a:solidFill>
              </a:defRPr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Char char="■"/>
              <a:defRPr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51" name="Google Shape;51;p9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>
                <a:solidFill>
                  <a:schemeClr val="lt1"/>
                </a:solidFill>
              </a:defRPr>
            </a:lvl1pPr>
            <a:lvl2pPr lvl="1">
              <a:buNone/>
              <a:defRPr>
                <a:solidFill>
                  <a:schemeClr val="lt1"/>
                </a:solidFill>
              </a:defRPr>
            </a:lvl2pPr>
            <a:lvl3pPr lvl="2">
              <a:buNone/>
              <a:defRPr>
                <a:solidFill>
                  <a:schemeClr val="lt1"/>
                </a:solidFill>
              </a:defRPr>
            </a:lvl3pPr>
            <a:lvl4pPr lvl="3">
              <a:buNone/>
              <a:defRPr>
                <a:solidFill>
                  <a:schemeClr val="lt1"/>
                </a:solidFill>
              </a:defRPr>
            </a:lvl4pPr>
            <a:lvl5pPr lvl="4">
              <a:buNone/>
              <a:defRPr>
                <a:solidFill>
                  <a:schemeClr val="lt1"/>
                </a:solidFill>
              </a:defRPr>
            </a:lvl5pPr>
            <a:lvl6pPr lvl="5">
              <a:buNone/>
              <a:defRPr>
                <a:solidFill>
                  <a:schemeClr val="lt1"/>
                </a:solidFill>
              </a:defRPr>
            </a:lvl6pPr>
            <a:lvl7pPr lvl="6">
              <a:buNone/>
              <a:defRPr>
                <a:solidFill>
                  <a:schemeClr val="lt1"/>
                </a:solidFill>
              </a:defRPr>
            </a:lvl7pPr>
            <a:lvl8pPr lvl="7">
              <a:buNone/>
              <a:defRPr>
                <a:solidFill>
                  <a:schemeClr val="lt1"/>
                </a:solidFill>
              </a:defRPr>
            </a:lvl8pPr>
            <a:lvl9pPr lvl="8">
              <a:buNone/>
              <a:defRPr>
                <a:solidFill>
                  <a:schemeClr val="lt1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aption">
  <p:cSld name="CAPTION_ONLY">
    <p:spTree>
      <p:nvGrpSpPr>
        <p:cNvPr id="52" name="Shape 5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3" name="Google Shape;53;p10"/>
          <p:cNvSpPr txBox="1"/>
          <p:nvPr>
            <p:ph idx="1" type="body"/>
          </p:nvPr>
        </p:nvSpPr>
        <p:spPr>
          <a:xfrm>
            <a:off x="311700" y="4230725"/>
            <a:ext cx="5998800" cy="598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indent="-228600" lvl="0" marL="4572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PT Sans Narrow"/>
              <a:buNone/>
              <a:defRPr sz="2400">
                <a:latin typeface="PT Sans Narrow"/>
                <a:ea typeface="PT Sans Narrow"/>
                <a:cs typeface="PT Sans Narrow"/>
                <a:sym typeface="PT Sans Narrow"/>
              </a:defRPr>
            </a:lvl1pPr>
          </a:lstStyle>
          <a:p/>
        </p:txBody>
      </p:sp>
      <p:sp>
        <p:nvSpPr>
          <p:cNvPr id="54" name="Google Shape;54;p10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ig number">
  <p:cSld name="BIG_NUMBER">
    <p:spTree>
      <p:nvGrpSpPr>
        <p:cNvPr id="55" name="Shape 5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6" name="Google Shape;56;p11"/>
          <p:cNvSpPr/>
          <p:nvPr/>
        </p:nvSpPr>
        <p:spPr>
          <a:xfrm>
            <a:off x="-75" y="5045700"/>
            <a:ext cx="9144000" cy="978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7" name="Google Shape;57;p11"/>
          <p:cNvSpPr txBox="1"/>
          <p:nvPr>
            <p:ph hasCustomPrompt="1" type="title"/>
          </p:nvPr>
        </p:nvSpPr>
        <p:spPr>
          <a:xfrm>
            <a:off x="311700" y="1304850"/>
            <a:ext cx="8520600" cy="15384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3000"/>
              <a:buNone/>
              <a:defRPr sz="13000">
                <a:solidFill>
                  <a:schemeClr val="accent3"/>
                </a:solidFill>
              </a:defRPr>
            </a:lvl1pPr>
            <a:lvl2pPr lvl="1" algn="ctr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3000"/>
              <a:buNone/>
              <a:defRPr sz="13000">
                <a:solidFill>
                  <a:schemeClr val="accent3"/>
                </a:solidFill>
              </a:defRPr>
            </a:lvl2pPr>
            <a:lvl3pPr lvl="2" algn="ctr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3000"/>
              <a:buNone/>
              <a:defRPr sz="13000">
                <a:solidFill>
                  <a:schemeClr val="accent3"/>
                </a:solidFill>
              </a:defRPr>
            </a:lvl3pPr>
            <a:lvl4pPr lvl="3" algn="ctr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3000"/>
              <a:buNone/>
              <a:defRPr sz="13000">
                <a:solidFill>
                  <a:schemeClr val="accent3"/>
                </a:solidFill>
              </a:defRPr>
            </a:lvl4pPr>
            <a:lvl5pPr lvl="4" algn="ctr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3000"/>
              <a:buNone/>
              <a:defRPr sz="13000">
                <a:solidFill>
                  <a:schemeClr val="accent3"/>
                </a:solidFill>
              </a:defRPr>
            </a:lvl5pPr>
            <a:lvl6pPr lvl="5" algn="ctr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3000"/>
              <a:buNone/>
              <a:defRPr sz="13000">
                <a:solidFill>
                  <a:schemeClr val="accent3"/>
                </a:solidFill>
              </a:defRPr>
            </a:lvl6pPr>
            <a:lvl7pPr lvl="6" algn="ctr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3000"/>
              <a:buNone/>
              <a:defRPr sz="13000">
                <a:solidFill>
                  <a:schemeClr val="accent3"/>
                </a:solidFill>
              </a:defRPr>
            </a:lvl7pPr>
            <a:lvl8pPr lvl="7" algn="ctr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3000"/>
              <a:buNone/>
              <a:defRPr sz="13000">
                <a:solidFill>
                  <a:schemeClr val="accent3"/>
                </a:solidFill>
              </a:defRPr>
            </a:lvl8pPr>
            <a:lvl9pPr lvl="8" algn="ctr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3000"/>
              <a:buNone/>
              <a:defRPr sz="13000">
                <a:solidFill>
                  <a:schemeClr val="accent3"/>
                </a:solidFill>
              </a:defRPr>
            </a:lvl9pPr>
          </a:lstStyle>
          <a:p>
            <a:r>
              <a:t>xx%</a:t>
            </a:r>
          </a:p>
        </p:txBody>
      </p:sp>
      <p:sp>
        <p:nvSpPr>
          <p:cNvPr id="58" name="Google Shape;58;p11"/>
          <p:cNvSpPr txBox="1"/>
          <p:nvPr>
            <p:ph idx="1" type="body"/>
          </p:nvPr>
        </p:nvSpPr>
        <p:spPr>
          <a:xfrm>
            <a:off x="311700" y="2995650"/>
            <a:ext cx="8520600" cy="1071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 algn="ctr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59" name="Google Shape;59;p1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spTree>
      <p:nvGrpSpPr>
        <p:cNvPr id="60" name="Shape 6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" name="Google Shape;61;p12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2" Type="http://schemas.openxmlformats.org/officeDocument/2006/relationships/theme" Target="../theme/theme2.xml"/><Relationship Id="rId9" Type="http://schemas.openxmlformats.org/officeDocument/2006/relationships/slideLayout" Target="../slideLayouts/slideLayout9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 name="tropic">
    <p:bg>
      <p:bgPr>
        <a:solidFill>
          <a:schemeClr val="lt1"/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/>
          <p:nvPr>
            <p:ph type="title"/>
          </p:nvPr>
        </p:nvSpPr>
        <p:spPr>
          <a:xfrm>
            <a:off x="311700" y="445025"/>
            <a:ext cx="8520600" cy="707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3600"/>
              <a:buFont typeface="PT Sans Narrow"/>
              <a:buNone/>
              <a:defRPr b="1" sz="3600">
                <a:solidFill>
                  <a:schemeClr val="accent1"/>
                </a:solidFill>
                <a:latin typeface="PT Sans Narrow"/>
                <a:ea typeface="PT Sans Narrow"/>
                <a:cs typeface="PT Sans Narrow"/>
                <a:sym typeface="PT Sans Narrow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3600"/>
              <a:buFont typeface="PT Sans Narrow"/>
              <a:buNone/>
              <a:defRPr b="1" sz="3600">
                <a:solidFill>
                  <a:schemeClr val="accent1"/>
                </a:solidFill>
                <a:latin typeface="PT Sans Narrow"/>
                <a:ea typeface="PT Sans Narrow"/>
                <a:cs typeface="PT Sans Narrow"/>
                <a:sym typeface="PT Sans Narrow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3600"/>
              <a:buFont typeface="PT Sans Narrow"/>
              <a:buNone/>
              <a:defRPr b="1" sz="3600">
                <a:solidFill>
                  <a:schemeClr val="accent1"/>
                </a:solidFill>
                <a:latin typeface="PT Sans Narrow"/>
                <a:ea typeface="PT Sans Narrow"/>
                <a:cs typeface="PT Sans Narrow"/>
                <a:sym typeface="PT Sans Narrow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3600"/>
              <a:buFont typeface="PT Sans Narrow"/>
              <a:buNone/>
              <a:defRPr b="1" sz="3600">
                <a:solidFill>
                  <a:schemeClr val="accent1"/>
                </a:solidFill>
                <a:latin typeface="PT Sans Narrow"/>
                <a:ea typeface="PT Sans Narrow"/>
                <a:cs typeface="PT Sans Narrow"/>
                <a:sym typeface="PT Sans Narrow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3600"/>
              <a:buFont typeface="PT Sans Narrow"/>
              <a:buNone/>
              <a:defRPr b="1" sz="3600">
                <a:solidFill>
                  <a:schemeClr val="accent1"/>
                </a:solidFill>
                <a:latin typeface="PT Sans Narrow"/>
                <a:ea typeface="PT Sans Narrow"/>
                <a:cs typeface="PT Sans Narrow"/>
                <a:sym typeface="PT Sans Narrow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3600"/>
              <a:buFont typeface="PT Sans Narrow"/>
              <a:buNone/>
              <a:defRPr b="1" sz="3600">
                <a:solidFill>
                  <a:schemeClr val="accent1"/>
                </a:solidFill>
                <a:latin typeface="PT Sans Narrow"/>
                <a:ea typeface="PT Sans Narrow"/>
                <a:cs typeface="PT Sans Narrow"/>
                <a:sym typeface="PT Sans Narrow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3600"/>
              <a:buFont typeface="PT Sans Narrow"/>
              <a:buNone/>
              <a:defRPr b="1" sz="3600">
                <a:solidFill>
                  <a:schemeClr val="accent1"/>
                </a:solidFill>
                <a:latin typeface="PT Sans Narrow"/>
                <a:ea typeface="PT Sans Narrow"/>
                <a:cs typeface="PT Sans Narrow"/>
                <a:sym typeface="PT Sans Narrow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3600"/>
              <a:buFont typeface="PT Sans Narrow"/>
              <a:buNone/>
              <a:defRPr b="1" sz="3600">
                <a:solidFill>
                  <a:schemeClr val="accent1"/>
                </a:solidFill>
                <a:latin typeface="PT Sans Narrow"/>
                <a:ea typeface="PT Sans Narrow"/>
                <a:cs typeface="PT Sans Narrow"/>
                <a:sym typeface="PT Sans Narrow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3600"/>
              <a:buFont typeface="PT Sans Narrow"/>
              <a:buNone/>
              <a:defRPr b="1" sz="3600">
                <a:solidFill>
                  <a:schemeClr val="accent1"/>
                </a:solidFill>
                <a:latin typeface="PT Sans Narrow"/>
                <a:ea typeface="PT Sans Narrow"/>
                <a:cs typeface="PT Sans Narrow"/>
                <a:sym typeface="PT Sans Narrow"/>
              </a:defRPr>
            </a:lvl9pPr>
          </a:lstStyle>
          <a:p/>
        </p:txBody>
      </p:sp>
      <p:sp>
        <p:nvSpPr>
          <p:cNvPr id="7" name="Google Shape;7;p1"/>
          <p:cNvSpPr txBox="1"/>
          <p:nvPr>
            <p:ph idx="1" type="body"/>
          </p:nvPr>
        </p:nvSpPr>
        <p:spPr>
          <a:xfrm>
            <a:off x="311700" y="1266325"/>
            <a:ext cx="8520600" cy="330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Font typeface="Open Sans"/>
              <a:buChar char="●"/>
              <a:defRPr sz="1800">
                <a:solidFill>
                  <a:schemeClr val="dk2"/>
                </a:solidFill>
                <a:latin typeface="Open Sans"/>
                <a:ea typeface="Open Sans"/>
                <a:cs typeface="Open Sans"/>
                <a:sym typeface="Open Sans"/>
              </a:defRPr>
            </a:lvl1pPr>
            <a:lvl2pPr indent="-317500" lvl="1" marL="914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Open Sans"/>
              <a:buChar char="○"/>
              <a:defRPr>
                <a:solidFill>
                  <a:schemeClr val="dk2"/>
                </a:solidFill>
                <a:latin typeface="Open Sans"/>
                <a:ea typeface="Open Sans"/>
                <a:cs typeface="Open Sans"/>
                <a:sym typeface="Open Sans"/>
              </a:defRPr>
            </a:lvl2pPr>
            <a:lvl3pPr indent="-317500" lvl="2" marL="1371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Open Sans"/>
              <a:buChar char="■"/>
              <a:defRPr>
                <a:solidFill>
                  <a:schemeClr val="dk2"/>
                </a:solidFill>
                <a:latin typeface="Open Sans"/>
                <a:ea typeface="Open Sans"/>
                <a:cs typeface="Open Sans"/>
                <a:sym typeface="Open Sans"/>
              </a:defRPr>
            </a:lvl3pPr>
            <a:lvl4pPr indent="-317500" lvl="3" marL="1828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Open Sans"/>
              <a:buChar char="●"/>
              <a:defRPr>
                <a:solidFill>
                  <a:schemeClr val="dk2"/>
                </a:solidFill>
                <a:latin typeface="Open Sans"/>
                <a:ea typeface="Open Sans"/>
                <a:cs typeface="Open Sans"/>
                <a:sym typeface="Open Sans"/>
              </a:defRPr>
            </a:lvl4pPr>
            <a:lvl5pPr indent="-317500" lvl="4" marL="22860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Open Sans"/>
              <a:buChar char="○"/>
              <a:defRPr>
                <a:solidFill>
                  <a:schemeClr val="dk2"/>
                </a:solidFill>
                <a:latin typeface="Open Sans"/>
                <a:ea typeface="Open Sans"/>
                <a:cs typeface="Open Sans"/>
                <a:sym typeface="Open Sans"/>
              </a:defRPr>
            </a:lvl5pPr>
            <a:lvl6pPr indent="-317500" lvl="5" marL="2743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Open Sans"/>
              <a:buChar char="■"/>
              <a:defRPr>
                <a:solidFill>
                  <a:schemeClr val="dk2"/>
                </a:solidFill>
                <a:latin typeface="Open Sans"/>
                <a:ea typeface="Open Sans"/>
                <a:cs typeface="Open Sans"/>
                <a:sym typeface="Open Sans"/>
              </a:defRPr>
            </a:lvl6pPr>
            <a:lvl7pPr indent="-317500" lvl="6" marL="3200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Open Sans"/>
              <a:buChar char="●"/>
              <a:defRPr>
                <a:solidFill>
                  <a:schemeClr val="dk2"/>
                </a:solidFill>
                <a:latin typeface="Open Sans"/>
                <a:ea typeface="Open Sans"/>
                <a:cs typeface="Open Sans"/>
                <a:sym typeface="Open Sans"/>
              </a:defRPr>
            </a:lvl7pPr>
            <a:lvl8pPr indent="-317500" lvl="7" marL="3657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Open Sans"/>
              <a:buChar char="○"/>
              <a:defRPr>
                <a:solidFill>
                  <a:schemeClr val="dk2"/>
                </a:solidFill>
                <a:latin typeface="Open Sans"/>
                <a:ea typeface="Open Sans"/>
                <a:cs typeface="Open Sans"/>
                <a:sym typeface="Open Sans"/>
              </a:defRPr>
            </a:lvl8pPr>
            <a:lvl9pPr indent="-317500" lvl="8" marL="4114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Open Sans"/>
              <a:buChar char="■"/>
              <a:defRPr>
                <a:solidFill>
                  <a:schemeClr val="dk2"/>
                </a:solidFill>
                <a:latin typeface="Open Sans"/>
                <a:ea typeface="Open Sans"/>
                <a:cs typeface="Open Sans"/>
                <a:sym typeface="Open Sans"/>
              </a:defRPr>
            </a:lvl9pPr>
          </a:lstStyle>
          <a:p/>
        </p:txBody>
      </p:sp>
      <p:sp>
        <p:nvSpPr>
          <p:cNvPr id="8" name="Google Shape;8;p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r">
              <a:buNone/>
              <a:defRPr sz="1000">
                <a:solidFill>
                  <a:schemeClr val="dk2"/>
                </a:solidFill>
                <a:latin typeface="Open Sans"/>
                <a:ea typeface="Open Sans"/>
                <a:cs typeface="Open Sans"/>
                <a:sym typeface="Open Sans"/>
              </a:defRPr>
            </a:lvl1pPr>
            <a:lvl2pPr lvl="1" algn="r">
              <a:buNone/>
              <a:defRPr sz="1000">
                <a:solidFill>
                  <a:schemeClr val="dk2"/>
                </a:solidFill>
                <a:latin typeface="Open Sans"/>
                <a:ea typeface="Open Sans"/>
                <a:cs typeface="Open Sans"/>
                <a:sym typeface="Open Sans"/>
              </a:defRPr>
            </a:lvl2pPr>
            <a:lvl3pPr lvl="2" algn="r">
              <a:buNone/>
              <a:defRPr sz="1000">
                <a:solidFill>
                  <a:schemeClr val="dk2"/>
                </a:solidFill>
                <a:latin typeface="Open Sans"/>
                <a:ea typeface="Open Sans"/>
                <a:cs typeface="Open Sans"/>
                <a:sym typeface="Open Sans"/>
              </a:defRPr>
            </a:lvl3pPr>
            <a:lvl4pPr lvl="3" algn="r">
              <a:buNone/>
              <a:defRPr sz="1000">
                <a:solidFill>
                  <a:schemeClr val="dk2"/>
                </a:solidFill>
                <a:latin typeface="Open Sans"/>
                <a:ea typeface="Open Sans"/>
                <a:cs typeface="Open Sans"/>
                <a:sym typeface="Open Sans"/>
              </a:defRPr>
            </a:lvl4pPr>
            <a:lvl5pPr lvl="4" algn="r">
              <a:buNone/>
              <a:defRPr sz="1000">
                <a:solidFill>
                  <a:schemeClr val="dk2"/>
                </a:solidFill>
                <a:latin typeface="Open Sans"/>
                <a:ea typeface="Open Sans"/>
                <a:cs typeface="Open Sans"/>
                <a:sym typeface="Open Sans"/>
              </a:defRPr>
            </a:lvl5pPr>
            <a:lvl6pPr lvl="5" algn="r">
              <a:buNone/>
              <a:defRPr sz="1000">
                <a:solidFill>
                  <a:schemeClr val="dk2"/>
                </a:solidFill>
                <a:latin typeface="Open Sans"/>
                <a:ea typeface="Open Sans"/>
                <a:cs typeface="Open Sans"/>
                <a:sym typeface="Open Sans"/>
              </a:defRPr>
            </a:lvl6pPr>
            <a:lvl7pPr lvl="6" algn="r">
              <a:buNone/>
              <a:defRPr sz="1000">
                <a:solidFill>
                  <a:schemeClr val="dk2"/>
                </a:solidFill>
                <a:latin typeface="Open Sans"/>
                <a:ea typeface="Open Sans"/>
                <a:cs typeface="Open Sans"/>
                <a:sym typeface="Open Sans"/>
              </a:defRPr>
            </a:lvl7pPr>
            <a:lvl8pPr lvl="7" algn="r">
              <a:buNone/>
              <a:defRPr sz="1000">
                <a:solidFill>
                  <a:schemeClr val="dk2"/>
                </a:solidFill>
                <a:latin typeface="Open Sans"/>
                <a:ea typeface="Open Sans"/>
                <a:cs typeface="Open Sans"/>
                <a:sym typeface="Open Sans"/>
              </a:defRPr>
            </a:lvl8pPr>
            <a:lvl9pPr lvl="8" algn="r">
              <a:buNone/>
              <a:defRPr sz="1000">
                <a:solidFill>
                  <a:schemeClr val="dk2"/>
                </a:solidFill>
                <a:latin typeface="Open Sans"/>
                <a:ea typeface="Open Sans"/>
                <a:cs typeface="Open Sans"/>
                <a:sym typeface="Open Sans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6.xml"/><Relationship Id="rId3" Type="http://schemas.openxmlformats.org/officeDocument/2006/relationships/image" Target="../media/image4.png"/></Relationships>
</file>

<file path=ppt/slides/_rels/slide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9.xml"/><Relationship Id="rId3" Type="http://schemas.openxmlformats.org/officeDocument/2006/relationships/image" Target="../media/image2.png"/></Relationships>
</file>

<file path=ppt/slides/_rels/slide1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0.xml"/><Relationship Id="rId3" Type="http://schemas.openxmlformats.org/officeDocument/2006/relationships/image" Target="../media/image1.png"/></Relationships>
</file>

<file path=ppt/slides/_rels/slide1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2.xml"/><Relationship Id="rId3" Type="http://schemas.openxmlformats.org/officeDocument/2006/relationships/image" Target="../media/image3.png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65" name="Shape 6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6" name="Google Shape;66;p13"/>
          <p:cNvSpPr txBox="1"/>
          <p:nvPr>
            <p:ph type="ctrTitle"/>
          </p:nvPr>
        </p:nvSpPr>
        <p:spPr>
          <a:xfrm>
            <a:off x="1004150" y="1751764"/>
            <a:ext cx="7136700" cy="10224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Git &amp; GitHub</a:t>
            </a:r>
            <a:endParaRPr/>
          </a:p>
        </p:txBody>
      </p:sp>
      <p:sp>
        <p:nvSpPr>
          <p:cNvPr id="67" name="Google Shape;67;p13"/>
          <p:cNvSpPr txBox="1"/>
          <p:nvPr>
            <p:ph idx="1" type="subTitle"/>
          </p:nvPr>
        </p:nvSpPr>
        <p:spPr>
          <a:xfrm>
            <a:off x="2137225" y="2850039"/>
            <a:ext cx="4870500" cy="792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Shiva Gaur</a:t>
            </a:r>
            <a:endParaRPr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71" name="Shape 7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2" name="Google Shape;72;p14"/>
          <p:cNvSpPr txBox="1"/>
          <p:nvPr>
            <p:ph type="title"/>
          </p:nvPr>
        </p:nvSpPr>
        <p:spPr>
          <a:xfrm>
            <a:off x="311700" y="445025"/>
            <a:ext cx="8520600" cy="707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3200"/>
              <a:t>What is Git?</a:t>
            </a:r>
            <a:endParaRPr sz="3200"/>
          </a:p>
        </p:txBody>
      </p:sp>
      <p:sp>
        <p:nvSpPr>
          <p:cNvPr id="73" name="Google Shape;73;p14"/>
          <p:cNvSpPr txBox="1"/>
          <p:nvPr>
            <p:ph idx="1" type="body"/>
          </p:nvPr>
        </p:nvSpPr>
        <p:spPr>
          <a:xfrm>
            <a:off x="311700" y="1360125"/>
            <a:ext cx="8520600" cy="330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Char char="●"/>
            </a:pPr>
            <a:r>
              <a:rPr lang="en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Git is a </a:t>
            </a:r>
            <a:r>
              <a:rPr b="1" lang="en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Version Control System</a:t>
            </a:r>
            <a:br>
              <a:rPr b="1" lang="en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</a:br>
            <a:endParaRPr b="1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Char char="●"/>
            </a:pPr>
            <a:r>
              <a:rPr lang="en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Tracks file changes over time</a:t>
            </a:r>
            <a:br>
              <a:rPr lang="en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</a:br>
            <a:endParaRPr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Char char="●"/>
            </a:pPr>
            <a:r>
              <a:rPr lang="en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Helps teams work together</a:t>
            </a:r>
            <a:br>
              <a:rPr lang="en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</a:br>
            <a:endParaRPr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Char char="●"/>
            </a:pPr>
            <a:r>
              <a:rPr lang="en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Restores previous versions easily</a:t>
            </a:r>
            <a:endParaRPr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rtl="0" algn="l">
              <a:spcBef>
                <a:spcPts val="1200"/>
              </a:spcBef>
              <a:spcAft>
                <a:spcPts val="120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77" name="Shape 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8" name="Google Shape;78;p15"/>
          <p:cNvSpPr txBox="1"/>
          <p:nvPr>
            <p:ph type="title"/>
          </p:nvPr>
        </p:nvSpPr>
        <p:spPr>
          <a:xfrm>
            <a:off x="311700" y="445025"/>
            <a:ext cx="8520600" cy="707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Why Use Git?</a:t>
            </a:r>
            <a:endParaRPr/>
          </a:p>
        </p:txBody>
      </p:sp>
      <p:sp>
        <p:nvSpPr>
          <p:cNvPr id="79" name="Google Shape;79;p15"/>
          <p:cNvSpPr txBox="1"/>
          <p:nvPr>
            <p:ph idx="1" type="body"/>
          </p:nvPr>
        </p:nvSpPr>
        <p:spPr>
          <a:xfrm>
            <a:off x="311700" y="1266325"/>
            <a:ext cx="8520600" cy="330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-342900" lvl="0" marL="457200" rtl="0" algn="l">
              <a:spcBef>
                <a:spcPts val="1200"/>
              </a:spcBef>
              <a:spcAft>
                <a:spcPts val="0"/>
              </a:spcAft>
              <a:buClr>
                <a:srgbClr val="000000"/>
              </a:buClr>
              <a:buSzPts val="1800"/>
              <a:buChar char="●"/>
            </a:pPr>
            <a:r>
              <a:rPr lang="en">
                <a:solidFill>
                  <a:srgbClr val="000000"/>
                </a:solidFill>
              </a:rPr>
              <a:t>Keeps complete change history</a:t>
            </a:r>
            <a:br>
              <a:rPr lang="en">
                <a:solidFill>
                  <a:srgbClr val="000000"/>
                </a:solidFill>
              </a:rPr>
            </a:br>
            <a:endParaRPr>
              <a:solidFill>
                <a:srgbClr val="000000"/>
              </a:solidFill>
            </a:endParaRPr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Char char="●"/>
            </a:pPr>
            <a:r>
              <a:rPr lang="en">
                <a:solidFill>
                  <a:srgbClr val="000000"/>
                </a:solidFill>
              </a:rPr>
              <a:t>Supports teamwork</a:t>
            </a:r>
            <a:br>
              <a:rPr lang="en">
                <a:solidFill>
                  <a:srgbClr val="000000"/>
                </a:solidFill>
              </a:rPr>
            </a:br>
            <a:endParaRPr>
              <a:solidFill>
                <a:srgbClr val="000000"/>
              </a:solidFill>
            </a:endParaRPr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Char char="●"/>
            </a:pPr>
            <a:r>
              <a:rPr lang="en">
                <a:solidFill>
                  <a:srgbClr val="000000"/>
                </a:solidFill>
              </a:rPr>
              <a:t>Easy error recovery</a:t>
            </a:r>
            <a:br>
              <a:rPr lang="en">
                <a:solidFill>
                  <a:srgbClr val="000000"/>
                </a:solidFill>
              </a:rPr>
            </a:br>
            <a:endParaRPr>
              <a:solidFill>
                <a:srgbClr val="000000"/>
              </a:solidFill>
            </a:endParaRPr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Char char="●"/>
            </a:pPr>
            <a:r>
              <a:rPr lang="en">
                <a:solidFill>
                  <a:srgbClr val="000000"/>
                </a:solidFill>
              </a:rPr>
              <a:t>Secure project management</a:t>
            </a:r>
            <a:br>
              <a:rPr lang="en">
                <a:solidFill>
                  <a:srgbClr val="000000"/>
                </a:solidFill>
              </a:rPr>
            </a:br>
            <a:endParaRPr>
              <a:solidFill>
                <a:srgbClr val="000000"/>
              </a:solidFill>
            </a:endParaRPr>
          </a:p>
          <a:p>
            <a:pPr indent="0" lvl="0" marL="0" rtl="0" algn="l">
              <a:spcBef>
                <a:spcPts val="1200"/>
              </a:spcBef>
              <a:spcAft>
                <a:spcPts val="1200"/>
              </a:spcAft>
              <a:buNone/>
            </a:pPr>
            <a:r>
              <a:t/>
            </a:r>
            <a:endParaRPr>
              <a:solidFill>
                <a:srgbClr val="000000"/>
              </a:solidFill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83" name="Shape 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4" name="Google Shape;84;p16"/>
          <p:cNvSpPr txBox="1"/>
          <p:nvPr>
            <p:ph type="title"/>
          </p:nvPr>
        </p:nvSpPr>
        <p:spPr>
          <a:xfrm>
            <a:off x="311700" y="445025"/>
            <a:ext cx="8520600" cy="707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Key Features of Git</a:t>
            </a:r>
            <a:endParaRPr/>
          </a:p>
        </p:txBody>
      </p:sp>
      <p:sp>
        <p:nvSpPr>
          <p:cNvPr id="85" name="Google Shape;85;p16"/>
          <p:cNvSpPr txBox="1"/>
          <p:nvPr>
            <p:ph idx="1" type="body"/>
          </p:nvPr>
        </p:nvSpPr>
        <p:spPr>
          <a:xfrm>
            <a:off x="311700" y="1266325"/>
            <a:ext cx="8520600" cy="330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Char char="●"/>
            </a:pPr>
            <a:r>
              <a:rPr lang="en">
                <a:solidFill>
                  <a:srgbClr val="000000"/>
                </a:solidFill>
              </a:rPr>
              <a:t>Distributed system</a:t>
            </a:r>
            <a:br>
              <a:rPr lang="en">
                <a:solidFill>
                  <a:srgbClr val="000000"/>
                </a:solidFill>
              </a:rPr>
            </a:br>
            <a:endParaRPr>
              <a:solidFill>
                <a:srgbClr val="000000"/>
              </a:solidFill>
            </a:endParaRPr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Char char="●"/>
            </a:pPr>
            <a:r>
              <a:rPr lang="en">
                <a:solidFill>
                  <a:srgbClr val="000000"/>
                </a:solidFill>
              </a:rPr>
              <a:t>Offline support</a:t>
            </a:r>
            <a:br>
              <a:rPr lang="en">
                <a:solidFill>
                  <a:srgbClr val="000000"/>
                </a:solidFill>
              </a:rPr>
            </a:br>
            <a:endParaRPr>
              <a:solidFill>
                <a:srgbClr val="000000"/>
              </a:solidFill>
            </a:endParaRPr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Char char="●"/>
            </a:pPr>
            <a:r>
              <a:rPr lang="en">
                <a:solidFill>
                  <a:srgbClr val="000000"/>
                </a:solidFill>
              </a:rPr>
              <a:t>Branching for experiments</a:t>
            </a:r>
            <a:br>
              <a:rPr lang="en">
                <a:solidFill>
                  <a:srgbClr val="000000"/>
                </a:solidFill>
              </a:rPr>
            </a:br>
            <a:endParaRPr>
              <a:solidFill>
                <a:srgbClr val="000000"/>
              </a:solidFill>
            </a:endParaRPr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Char char="●"/>
            </a:pPr>
            <a:r>
              <a:rPr lang="en">
                <a:solidFill>
                  <a:srgbClr val="000000"/>
                </a:solidFill>
              </a:rPr>
              <a:t>Fast merging</a:t>
            </a:r>
            <a:endParaRPr>
              <a:solidFill>
                <a:srgbClr val="000000"/>
              </a:solidFill>
            </a:endParaRPr>
          </a:p>
          <a:p>
            <a:pPr indent="0" lvl="0" marL="0" rtl="0" algn="l">
              <a:spcBef>
                <a:spcPts val="1200"/>
              </a:spcBef>
              <a:spcAft>
                <a:spcPts val="1200"/>
              </a:spcAft>
              <a:buNone/>
            </a:pPr>
            <a:r>
              <a:t/>
            </a:r>
            <a:endParaRPr>
              <a:solidFill>
                <a:srgbClr val="000000"/>
              </a:solidFill>
            </a:endParaRP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89" name="Shape 8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0" name="Google Shape;90;p17"/>
          <p:cNvSpPr txBox="1"/>
          <p:nvPr>
            <p:ph type="title"/>
          </p:nvPr>
        </p:nvSpPr>
        <p:spPr>
          <a:xfrm>
            <a:off x="311700" y="445025"/>
            <a:ext cx="8520600" cy="707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How Git Works</a:t>
            </a:r>
            <a:endParaRPr/>
          </a:p>
        </p:txBody>
      </p:sp>
      <p:sp>
        <p:nvSpPr>
          <p:cNvPr id="91" name="Google Shape;91;p17"/>
          <p:cNvSpPr txBox="1"/>
          <p:nvPr>
            <p:ph idx="1" type="body"/>
          </p:nvPr>
        </p:nvSpPr>
        <p:spPr>
          <a:xfrm>
            <a:off x="311700" y="1266325"/>
            <a:ext cx="8520600" cy="330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-342900" lvl="0" marL="457200" rtl="0" algn="l">
              <a:spcBef>
                <a:spcPts val="120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Char char="●"/>
            </a:pPr>
            <a:r>
              <a:rPr b="1" lang="en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Working Directory</a:t>
            </a:r>
            <a:r>
              <a:rPr lang="en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 – edit files</a:t>
            </a:r>
            <a:br>
              <a:rPr lang="en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</a:br>
            <a:endParaRPr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Char char="●"/>
            </a:pPr>
            <a:r>
              <a:rPr b="1" lang="en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Staging Area</a:t>
            </a:r>
            <a:r>
              <a:rPr lang="en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 – select changes</a:t>
            </a:r>
            <a:br>
              <a:rPr lang="en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</a:br>
            <a:endParaRPr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Char char="●"/>
            </a:pPr>
            <a:r>
              <a:rPr b="1" lang="en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Repository</a:t>
            </a:r>
            <a:r>
              <a:rPr lang="en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 – saved versions</a:t>
            </a:r>
            <a:br>
              <a:rPr lang="en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</a:br>
            <a:endParaRPr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➡ Flow: </a:t>
            </a:r>
            <a:r>
              <a:rPr b="1" lang="en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Edit → Add → Commit</a:t>
            </a:r>
            <a:endParaRPr b="1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rtl="0" algn="l">
              <a:spcBef>
                <a:spcPts val="1200"/>
              </a:spcBef>
              <a:spcAft>
                <a:spcPts val="1200"/>
              </a:spcAft>
              <a:buNone/>
            </a:pPr>
            <a:r>
              <a:t/>
            </a:r>
            <a:endParaRPr>
              <a:solidFill>
                <a:srgbClr val="000000"/>
              </a:solidFill>
            </a:endParaRP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95" name="Shape 9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6" name="Google Shape;96;p18"/>
          <p:cNvSpPr txBox="1"/>
          <p:nvPr>
            <p:ph type="title"/>
          </p:nvPr>
        </p:nvSpPr>
        <p:spPr>
          <a:xfrm>
            <a:off x="311700" y="445025"/>
            <a:ext cx="8520600" cy="707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Basic Git Commands</a:t>
            </a:r>
            <a:endParaRPr/>
          </a:p>
        </p:txBody>
      </p:sp>
      <p:sp>
        <p:nvSpPr>
          <p:cNvPr id="97" name="Google Shape;97;p18"/>
          <p:cNvSpPr txBox="1"/>
          <p:nvPr>
            <p:ph idx="1" type="body"/>
          </p:nvPr>
        </p:nvSpPr>
        <p:spPr>
          <a:xfrm>
            <a:off x="311700" y="1266325"/>
            <a:ext cx="8520600" cy="330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200"/>
              </a:spcAft>
              <a:buNone/>
            </a:pPr>
            <a:r>
              <a:t/>
            </a:r>
            <a:endParaRPr/>
          </a:p>
        </p:txBody>
      </p:sp>
      <p:pic>
        <p:nvPicPr>
          <p:cNvPr id="98" name="Google Shape;98;p18" title="Screenshot 2025-12-16 221124.pn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311700" y="1171600"/>
            <a:ext cx="8520600" cy="33972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02" name="Shape 10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3" name="Google Shape;103;p19"/>
          <p:cNvSpPr txBox="1"/>
          <p:nvPr>
            <p:ph type="title"/>
          </p:nvPr>
        </p:nvSpPr>
        <p:spPr>
          <a:xfrm>
            <a:off x="311700" y="445025"/>
            <a:ext cx="8520600" cy="707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Branches in Git</a:t>
            </a:r>
            <a:endParaRPr/>
          </a:p>
        </p:txBody>
      </p:sp>
      <p:sp>
        <p:nvSpPr>
          <p:cNvPr id="104" name="Google Shape;104;p19"/>
          <p:cNvSpPr txBox="1"/>
          <p:nvPr>
            <p:ph idx="1" type="body"/>
          </p:nvPr>
        </p:nvSpPr>
        <p:spPr>
          <a:xfrm>
            <a:off x="311700" y="1266325"/>
            <a:ext cx="8520600" cy="330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62500" lnSpcReduction="20000"/>
          </a:bodyPr>
          <a:lstStyle/>
          <a:p>
            <a:pPr indent="-319881" lvl="0" marL="457200" rtl="0" algn="l">
              <a:spcBef>
                <a:spcPts val="1200"/>
              </a:spcBef>
              <a:spcAft>
                <a:spcPts val="0"/>
              </a:spcAft>
              <a:buClr>
                <a:srgbClr val="000000"/>
              </a:buClr>
              <a:buSzPct val="100000"/>
              <a:buFont typeface="Arial"/>
              <a:buChar char="●"/>
            </a:pPr>
            <a:r>
              <a:rPr lang="en" sz="2300">
                <a:solidFill>
                  <a:srgbClr val="000000"/>
                </a:solidFill>
              </a:rPr>
              <a:t>Branch = separate development line</a:t>
            </a:r>
            <a:br>
              <a:rPr lang="en" sz="2300">
                <a:solidFill>
                  <a:srgbClr val="000000"/>
                </a:solidFill>
              </a:rPr>
            </a:br>
            <a:endParaRPr sz="2300">
              <a:solidFill>
                <a:srgbClr val="000000"/>
              </a:solidFill>
            </a:endParaRPr>
          </a:p>
          <a:p>
            <a:pPr indent="-319881" lvl="0" marL="457200" rtl="0" algn="l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ct val="100000"/>
              <a:buFont typeface="Arial"/>
              <a:buChar char="●"/>
            </a:pPr>
            <a:r>
              <a:rPr lang="en" sz="2300">
                <a:solidFill>
                  <a:srgbClr val="000000"/>
                </a:solidFill>
              </a:rPr>
              <a:t>Keeps main code safe</a:t>
            </a:r>
            <a:br>
              <a:rPr lang="en" sz="2300">
                <a:solidFill>
                  <a:srgbClr val="000000"/>
                </a:solidFill>
              </a:rPr>
            </a:br>
            <a:endParaRPr sz="2300">
              <a:solidFill>
                <a:srgbClr val="000000"/>
              </a:solidFill>
            </a:endParaRPr>
          </a:p>
          <a:p>
            <a:pPr indent="-319881" lvl="0" marL="457200" rtl="0" algn="l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ct val="100000"/>
              <a:buFont typeface="Arial"/>
              <a:buChar char="●"/>
            </a:pPr>
            <a:r>
              <a:rPr lang="en" sz="2300">
                <a:solidFill>
                  <a:srgbClr val="000000"/>
                </a:solidFill>
              </a:rPr>
              <a:t>Used for new features</a:t>
            </a:r>
            <a:br>
              <a:rPr lang="en" sz="2300">
                <a:solidFill>
                  <a:srgbClr val="000000"/>
                </a:solidFill>
              </a:rPr>
            </a:br>
            <a:endParaRPr sz="2300">
              <a:solidFill>
                <a:srgbClr val="000000"/>
              </a:solidFill>
            </a:endParaRPr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ct val="47826"/>
              <a:buFont typeface="Arial"/>
              <a:buNone/>
            </a:pPr>
            <a:r>
              <a:rPr lang="en" sz="2300">
                <a:solidFill>
                  <a:srgbClr val="000000"/>
                </a:solidFill>
              </a:rPr>
              <a:t>Commands:</a:t>
            </a:r>
            <a:endParaRPr sz="2300">
              <a:solidFill>
                <a:srgbClr val="000000"/>
              </a:solidFill>
            </a:endParaRPr>
          </a:p>
          <a:p>
            <a:pPr indent="-319881" lvl="0" marL="457200" rtl="0" algn="l">
              <a:spcBef>
                <a:spcPts val="1200"/>
              </a:spcBef>
              <a:spcAft>
                <a:spcPts val="0"/>
              </a:spcAft>
              <a:buClr>
                <a:srgbClr val="000000"/>
              </a:buClr>
              <a:buSzPct val="100000"/>
              <a:buFont typeface="Arial"/>
              <a:buChar char="●"/>
            </a:pPr>
            <a:r>
              <a:rPr lang="en" sz="2300">
                <a:solidFill>
                  <a:srgbClr val="000000"/>
                </a:solidFill>
              </a:rPr>
              <a:t>git branch</a:t>
            </a:r>
            <a:br>
              <a:rPr lang="en" sz="2300">
                <a:solidFill>
                  <a:srgbClr val="000000"/>
                </a:solidFill>
              </a:rPr>
            </a:br>
            <a:endParaRPr sz="2300">
              <a:solidFill>
                <a:srgbClr val="000000"/>
              </a:solidFill>
            </a:endParaRPr>
          </a:p>
          <a:p>
            <a:pPr indent="-319881" lvl="0" marL="457200" rtl="0" algn="l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ct val="100000"/>
              <a:buFont typeface="Arial"/>
              <a:buChar char="●"/>
            </a:pPr>
            <a:r>
              <a:rPr lang="en" sz="2300">
                <a:solidFill>
                  <a:srgbClr val="000000"/>
                </a:solidFill>
              </a:rPr>
              <a:t>git checkout</a:t>
            </a:r>
            <a:br>
              <a:rPr lang="en" sz="2300">
                <a:solidFill>
                  <a:srgbClr val="000000"/>
                </a:solidFill>
              </a:rPr>
            </a:br>
            <a:endParaRPr sz="2300">
              <a:solidFill>
                <a:srgbClr val="000000"/>
              </a:solidFill>
            </a:endParaRPr>
          </a:p>
          <a:p>
            <a:pPr indent="-319881" lvl="0" marL="457200" rtl="0" algn="l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ct val="100000"/>
              <a:buFont typeface="Arial"/>
              <a:buChar char="●"/>
            </a:pPr>
            <a:r>
              <a:rPr lang="en" sz="2300">
                <a:solidFill>
                  <a:srgbClr val="000000"/>
                </a:solidFill>
              </a:rPr>
              <a:t>git merge</a:t>
            </a:r>
            <a:endParaRPr sz="2300">
              <a:solidFill>
                <a:srgbClr val="000000"/>
              </a:solidFill>
            </a:endParaRPr>
          </a:p>
          <a:p>
            <a:pPr indent="0" lvl="0" marL="0" rtl="0" algn="l">
              <a:spcBef>
                <a:spcPts val="1200"/>
              </a:spcBef>
              <a:spcAft>
                <a:spcPts val="120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08" name="Shape 10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9" name="Google Shape;109;p20"/>
          <p:cNvSpPr txBox="1"/>
          <p:nvPr>
            <p:ph type="title"/>
          </p:nvPr>
        </p:nvSpPr>
        <p:spPr>
          <a:xfrm>
            <a:off x="311700" y="445025"/>
            <a:ext cx="8520600" cy="707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What is GitHub?</a:t>
            </a:r>
            <a:endParaRPr/>
          </a:p>
        </p:txBody>
      </p:sp>
      <p:sp>
        <p:nvSpPr>
          <p:cNvPr id="110" name="Google Shape;110;p20"/>
          <p:cNvSpPr txBox="1"/>
          <p:nvPr>
            <p:ph idx="1" type="body"/>
          </p:nvPr>
        </p:nvSpPr>
        <p:spPr>
          <a:xfrm>
            <a:off x="311700" y="1266325"/>
            <a:ext cx="8520600" cy="330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>
                <a:solidFill>
                  <a:srgbClr val="000000"/>
                </a:solidFill>
              </a:rPr>
              <a:t>Online platform for Git projects</a:t>
            </a:r>
            <a:br>
              <a:rPr lang="en">
                <a:solidFill>
                  <a:srgbClr val="000000"/>
                </a:solidFill>
              </a:rPr>
            </a:br>
            <a:endParaRPr>
              <a:solidFill>
                <a:srgbClr val="000000"/>
              </a:solidFill>
            </a:endParaRPr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>
                <a:solidFill>
                  <a:srgbClr val="000000"/>
                </a:solidFill>
              </a:rPr>
              <a:t>Code sharing &amp; collaboration</a:t>
            </a:r>
            <a:br>
              <a:rPr lang="en">
                <a:solidFill>
                  <a:srgbClr val="000000"/>
                </a:solidFill>
              </a:rPr>
            </a:br>
            <a:endParaRPr>
              <a:solidFill>
                <a:srgbClr val="000000"/>
              </a:solidFill>
            </a:endParaRPr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>
                <a:solidFill>
                  <a:srgbClr val="000000"/>
                </a:solidFill>
              </a:rPr>
              <a:t>Pull requests</a:t>
            </a:r>
            <a:br>
              <a:rPr lang="en">
                <a:solidFill>
                  <a:srgbClr val="000000"/>
                </a:solidFill>
              </a:rPr>
            </a:br>
            <a:endParaRPr>
              <a:solidFill>
                <a:srgbClr val="000000"/>
              </a:solidFill>
            </a:endParaRPr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>
                <a:solidFill>
                  <a:srgbClr val="000000"/>
                </a:solidFill>
              </a:rPr>
              <a:t>Issue tracking</a:t>
            </a:r>
            <a:endParaRPr>
              <a:solidFill>
                <a:srgbClr val="000000"/>
              </a:solidFill>
            </a:endParaRPr>
          </a:p>
          <a:p>
            <a:pPr indent="0" lvl="0" marL="0" rtl="0" algn="l">
              <a:spcBef>
                <a:spcPts val="1200"/>
              </a:spcBef>
              <a:spcAft>
                <a:spcPts val="1200"/>
              </a:spcAft>
              <a:buNone/>
            </a:pPr>
            <a:r>
              <a:t/>
            </a:r>
            <a:endParaRPr>
              <a:solidFill>
                <a:srgbClr val="000000"/>
              </a:solidFill>
            </a:endParaRP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14" name="Shape 11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5" name="Google Shape;115;p21"/>
          <p:cNvSpPr txBox="1"/>
          <p:nvPr>
            <p:ph type="title"/>
          </p:nvPr>
        </p:nvSpPr>
        <p:spPr>
          <a:xfrm>
            <a:off x="311700" y="445025"/>
            <a:ext cx="8520600" cy="707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 Connecting Git to GitHub</a:t>
            </a:r>
            <a:endParaRPr/>
          </a:p>
        </p:txBody>
      </p:sp>
      <p:sp>
        <p:nvSpPr>
          <p:cNvPr id="116" name="Google Shape;116;p21"/>
          <p:cNvSpPr txBox="1"/>
          <p:nvPr>
            <p:ph idx="1" type="body"/>
          </p:nvPr>
        </p:nvSpPr>
        <p:spPr>
          <a:xfrm>
            <a:off x="311700" y="1266325"/>
            <a:ext cx="8520600" cy="330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>
                <a:solidFill>
                  <a:srgbClr val="000000"/>
                </a:solidFill>
              </a:rPr>
              <a:t>Steps:</a:t>
            </a:r>
            <a:endParaRPr>
              <a:solidFill>
                <a:srgbClr val="000000"/>
              </a:solidFill>
            </a:endParaRPr>
          </a:p>
          <a:p>
            <a:pPr indent="-298450" lvl="0" marL="457200" rtl="0" algn="l">
              <a:spcBef>
                <a:spcPts val="120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●"/>
            </a:pPr>
            <a:r>
              <a:rPr lang="en">
                <a:solidFill>
                  <a:srgbClr val="000000"/>
                </a:solidFill>
              </a:rPr>
              <a:t>Create GitHub account</a:t>
            </a:r>
            <a:br>
              <a:rPr lang="en">
                <a:solidFill>
                  <a:srgbClr val="000000"/>
                </a:solidFill>
              </a:rPr>
            </a:br>
            <a:endParaRPr>
              <a:solidFill>
                <a:srgbClr val="000000"/>
              </a:solidFill>
            </a:endParaRPr>
          </a:p>
          <a:p>
            <a:pPr indent="-298450" lvl="0" marL="457200" rtl="0" algn="l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●"/>
            </a:pPr>
            <a:r>
              <a:rPr lang="en">
                <a:solidFill>
                  <a:srgbClr val="000000"/>
                </a:solidFill>
              </a:rPr>
              <a:t>Create repository</a:t>
            </a:r>
            <a:br>
              <a:rPr lang="en">
                <a:solidFill>
                  <a:srgbClr val="000000"/>
                </a:solidFill>
              </a:rPr>
            </a:br>
            <a:endParaRPr>
              <a:solidFill>
                <a:srgbClr val="000000"/>
              </a:solidFill>
            </a:endParaRPr>
          </a:p>
          <a:p>
            <a:pPr indent="-298450" lvl="0" marL="457200" rtl="0" algn="l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●"/>
            </a:pPr>
            <a:r>
              <a:rPr lang="en">
                <a:solidFill>
                  <a:srgbClr val="000000"/>
                </a:solidFill>
              </a:rPr>
              <a:t>Connect local project</a:t>
            </a:r>
            <a:endParaRPr>
              <a:solidFill>
                <a:srgbClr val="000000"/>
              </a:solidFill>
            </a:endParaRPr>
          </a:p>
          <a:p>
            <a:pPr indent="0" lvl="0" marL="0" rtl="0" algn="l">
              <a:spcBef>
                <a:spcPts val="1200"/>
              </a:spcBef>
              <a:spcAft>
                <a:spcPts val="1200"/>
              </a:spcAft>
              <a:buNone/>
            </a:pPr>
            <a:r>
              <a:t/>
            </a:r>
            <a:endParaRPr/>
          </a:p>
        </p:txBody>
      </p:sp>
      <p:pic>
        <p:nvPicPr>
          <p:cNvPr id="117" name="Google Shape;117;p21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311700" y="3466925"/>
            <a:ext cx="6972300" cy="15240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21" name="Shape 1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2" name="Google Shape;122;p22"/>
          <p:cNvSpPr txBox="1"/>
          <p:nvPr>
            <p:ph type="title"/>
          </p:nvPr>
        </p:nvSpPr>
        <p:spPr>
          <a:xfrm>
            <a:off x="311700" y="445025"/>
            <a:ext cx="8520600" cy="707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Important Git Commands</a:t>
            </a:r>
            <a:endParaRPr/>
          </a:p>
        </p:txBody>
      </p:sp>
      <p:sp>
        <p:nvSpPr>
          <p:cNvPr id="123" name="Google Shape;123;p22"/>
          <p:cNvSpPr txBox="1"/>
          <p:nvPr>
            <p:ph idx="1" type="body"/>
          </p:nvPr>
        </p:nvSpPr>
        <p:spPr>
          <a:xfrm>
            <a:off x="311700" y="1266325"/>
            <a:ext cx="8520600" cy="330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200"/>
              </a:spcAft>
              <a:buNone/>
            </a:pPr>
            <a:r>
              <a:t/>
            </a:r>
            <a:endParaRPr/>
          </a:p>
        </p:txBody>
      </p:sp>
      <p:pic>
        <p:nvPicPr>
          <p:cNvPr id="124" name="Google Shape;124;p22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311700" y="1171600"/>
            <a:ext cx="8520600" cy="33972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28" name="Shape 1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9" name="Google Shape;129;p23"/>
          <p:cNvSpPr txBox="1"/>
          <p:nvPr>
            <p:ph type="title"/>
          </p:nvPr>
        </p:nvSpPr>
        <p:spPr>
          <a:xfrm>
            <a:off x="311700" y="445025"/>
            <a:ext cx="8520600" cy="707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Why Git &amp; GitHub Are Useful</a:t>
            </a:r>
            <a:endParaRPr/>
          </a:p>
        </p:txBody>
      </p:sp>
      <p:sp>
        <p:nvSpPr>
          <p:cNvPr id="130" name="Google Shape;130;p23"/>
          <p:cNvSpPr txBox="1"/>
          <p:nvPr>
            <p:ph idx="1" type="body"/>
          </p:nvPr>
        </p:nvSpPr>
        <p:spPr>
          <a:xfrm>
            <a:off x="311700" y="1266325"/>
            <a:ext cx="8520600" cy="330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-298450" lvl="0" marL="457200" rtl="0" algn="l">
              <a:spcBef>
                <a:spcPts val="120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●"/>
            </a:pPr>
            <a:r>
              <a:rPr lang="en">
                <a:solidFill>
                  <a:srgbClr val="000000"/>
                </a:solidFill>
              </a:rPr>
              <a:t>Team collaboration</a:t>
            </a:r>
            <a:br>
              <a:rPr lang="en">
                <a:solidFill>
                  <a:srgbClr val="000000"/>
                </a:solidFill>
              </a:rPr>
            </a:br>
            <a:endParaRPr>
              <a:solidFill>
                <a:srgbClr val="000000"/>
              </a:solidFill>
            </a:endParaRPr>
          </a:p>
          <a:p>
            <a:pPr indent="-298450" lvl="0" marL="457200" rtl="0" algn="l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●"/>
            </a:pPr>
            <a:r>
              <a:rPr lang="en">
                <a:solidFill>
                  <a:srgbClr val="000000"/>
                </a:solidFill>
              </a:rPr>
              <a:t>Version history</a:t>
            </a:r>
            <a:br>
              <a:rPr lang="en">
                <a:solidFill>
                  <a:srgbClr val="000000"/>
                </a:solidFill>
              </a:rPr>
            </a:br>
            <a:endParaRPr>
              <a:solidFill>
                <a:srgbClr val="000000"/>
              </a:solidFill>
            </a:endParaRPr>
          </a:p>
          <a:p>
            <a:pPr indent="-298450" lvl="0" marL="457200" rtl="0" algn="l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●"/>
            </a:pPr>
            <a:r>
              <a:rPr lang="en">
                <a:solidFill>
                  <a:srgbClr val="000000"/>
                </a:solidFill>
              </a:rPr>
              <a:t>Safe experimentation</a:t>
            </a:r>
            <a:br>
              <a:rPr lang="en">
                <a:solidFill>
                  <a:srgbClr val="000000"/>
                </a:solidFill>
              </a:rPr>
            </a:br>
            <a:endParaRPr>
              <a:solidFill>
                <a:srgbClr val="000000"/>
              </a:solidFill>
            </a:endParaRPr>
          </a:p>
          <a:p>
            <a:pPr indent="-298450" lvl="0" marL="457200" rtl="0" algn="l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●"/>
            </a:pPr>
            <a:r>
              <a:rPr lang="en">
                <a:solidFill>
                  <a:srgbClr val="000000"/>
                </a:solidFill>
              </a:rPr>
              <a:t>Online backup</a:t>
            </a:r>
            <a:br>
              <a:rPr lang="en">
                <a:solidFill>
                  <a:srgbClr val="000000"/>
                </a:solidFill>
              </a:rPr>
            </a:br>
            <a:endParaRPr>
              <a:solidFill>
                <a:srgbClr val="000000"/>
              </a:solidFill>
            </a:endParaRPr>
          </a:p>
          <a:p>
            <a:pPr indent="0" lvl="0" marL="0" rtl="0" algn="l">
              <a:spcBef>
                <a:spcPts val="1200"/>
              </a:spcBef>
              <a:spcAft>
                <a:spcPts val="1200"/>
              </a:spcAft>
              <a:buNone/>
            </a:pPr>
            <a:r>
              <a:t/>
            </a:r>
            <a:endParaRPr>
              <a:solidFill>
                <a:srgbClr val="000000"/>
              </a:solidFill>
            </a:endParaRP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34" name="Shape 13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5" name="Google Shape;135;p24"/>
          <p:cNvSpPr txBox="1"/>
          <p:nvPr>
            <p:ph type="title"/>
          </p:nvPr>
        </p:nvSpPr>
        <p:spPr>
          <a:xfrm>
            <a:off x="311700" y="445025"/>
            <a:ext cx="8520600" cy="707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36" name="Google Shape;136;p24"/>
          <p:cNvSpPr txBox="1"/>
          <p:nvPr>
            <p:ph idx="1" type="body"/>
          </p:nvPr>
        </p:nvSpPr>
        <p:spPr>
          <a:xfrm>
            <a:off x="311700" y="1266325"/>
            <a:ext cx="8520600" cy="330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200"/>
              </a:spcAft>
              <a:buNone/>
            </a:pPr>
            <a:r>
              <a:t/>
            </a:r>
            <a:endParaRPr/>
          </a:p>
        </p:txBody>
      </p:sp>
      <p:pic>
        <p:nvPicPr>
          <p:cNvPr id="137" name="Google Shape;137;p24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945518" y="0"/>
            <a:ext cx="7252964" cy="51435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 name="Tropic">
  <a:themeElements>
    <a:clrScheme name="Tropic">
      <a:dk1>
        <a:srgbClr val="A1E8D9"/>
      </a:dk1>
      <a:lt1>
        <a:srgbClr val="FFFFFF"/>
      </a:lt1>
      <a:dk2>
        <a:srgbClr val="695D46"/>
      </a:dk2>
      <a:lt2>
        <a:srgbClr val="B3A77D"/>
      </a:lt2>
      <a:accent1>
        <a:srgbClr val="EF6C00"/>
      </a:accent1>
      <a:accent2>
        <a:srgbClr val="CE93D8"/>
      </a:accent2>
      <a:accent3>
        <a:srgbClr val="4DB6AC"/>
      </a:accent3>
      <a:accent4>
        <a:srgbClr val="FF9800"/>
      </a:accent4>
      <a:accent5>
        <a:srgbClr val="009668"/>
      </a:accent5>
      <a:accent6>
        <a:srgbClr val="EEFF41"/>
      </a:accent6>
      <a:hlink>
        <a:srgbClr val="009668"/>
      </a:hlink>
      <a:folHlink>
        <a:srgbClr val="009668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